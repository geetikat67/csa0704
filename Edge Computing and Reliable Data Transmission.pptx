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 snapToGrid="0">
      <p:cViewPr varScale="1">
        <p:scale>
          <a:sx n="54" d="100"/>
          <a:sy n="54" d="100"/>
        </p:scale>
        <p:origin x="17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CCD09-30F5-E433-35FD-BDB3F8F5B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9289" y="852010"/>
            <a:ext cx="9022821" cy="2493498"/>
          </a:xfrm>
        </p:spPr>
        <p:txBody>
          <a:bodyPr/>
          <a:lstStyle/>
          <a:p>
            <a:pPr algn="ctr"/>
            <a:r>
              <a:rPr lang="en-US" dirty="0"/>
              <a:t>Edge Computing and Reliable Data Transmission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B8F252-1BCE-1D9C-0499-917DA38F3C05}"/>
              </a:ext>
            </a:extLst>
          </p:cNvPr>
          <p:cNvSpPr txBox="1"/>
          <p:nvPr/>
        </p:nvSpPr>
        <p:spPr>
          <a:xfrm>
            <a:off x="2771775" y="3650785"/>
            <a:ext cx="5657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CSA0704-COMPUTER NETWORKS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0707A6-8DFA-D2EC-55A8-EF1D06AC394C}"/>
              </a:ext>
            </a:extLst>
          </p:cNvPr>
          <p:cNvSpPr txBox="1"/>
          <p:nvPr/>
        </p:nvSpPr>
        <p:spPr>
          <a:xfrm>
            <a:off x="6986587" y="5072063"/>
            <a:ext cx="2400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NAME:GEETIKA T</a:t>
            </a:r>
          </a:p>
          <a:p>
            <a:r>
              <a:rPr lang="en-US" dirty="0"/>
              <a:t>REG NO:192511469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28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BE37-0563-7C8E-E163-6A747F5BE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Edge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D3AC-6ADF-F35C-C4C0-B90C9CCCA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Edge Computing is a distributed computing model that processes data closer to where it is generated instead of sending it to a central cloud.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reduces latency (delay) by enabling faster data processing and real-time decision-making.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Edge computing minimizes network bandwidth usage by filtering and processing data locally.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is widely used in IoT devices, smart cities, healthcare, autonomous vehicles, and industrial automation.</a:t>
            </a:r>
          </a:p>
        </p:txBody>
      </p:sp>
    </p:spTree>
    <p:extLst>
      <p:ext uri="{BB962C8B-B14F-4D97-AF65-F5344CB8AC3E}">
        <p14:creationId xmlns:p14="http://schemas.microsoft.com/office/powerpoint/2010/main" val="413949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E2AE-68E4-A56B-7B1A-3131FBCD1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Reliable Data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81034-302B-F9F0-2528-B7ABB0951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and error-free delivery of data between devices and systems.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data loss, delays, and communication failures, improving overall network performance.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real-time applications such as healthcare, autonomous vehicles, IoT, and online services.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Enhances security, efficiency, and user experience by maintaining consistent and dependable communication.</a:t>
            </a:r>
          </a:p>
        </p:txBody>
      </p:sp>
    </p:spTree>
    <p:extLst>
      <p:ext uri="{BB962C8B-B14F-4D97-AF65-F5344CB8AC3E}">
        <p14:creationId xmlns:p14="http://schemas.microsoft.com/office/powerpoint/2010/main" val="154624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7A794-76C8-8905-BD59-0F81E8A2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Edge Computing Improves Data Transmission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8F808-CD06-8792-4012-FC0822AFC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data locally near the source, reducing the need to send all data to the cloud.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Minimizes latency, enabling faster communication and real-time responses.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network traffic by transmitting only important or processed data.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reliability by continuing data processing even when cloud connectivity is limited.</a:t>
            </a:r>
          </a:p>
        </p:txBody>
      </p:sp>
    </p:spTree>
    <p:extLst>
      <p:ext uri="{BB962C8B-B14F-4D97-AF65-F5344CB8AC3E}">
        <p14:creationId xmlns:p14="http://schemas.microsoft.com/office/powerpoint/2010/main" val="820839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FA855-3FBC-B6E3-EB91-F770CBC0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Edge Computing in Real-World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0D91B-0591-D3DB-F761-9844DB040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Cities: Manages traffic signals, surveillance systems, and public safety in real time.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 Enables remote patient monitoring and faster analysis of medical data.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Automation: Supports predictive maintenance and real-time monitoring of machines.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Vehicles: Processes sensor data instantly for safer and faster driving decisions.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87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D9274-1599-8139-54A8-4ACCA7B67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Benefits, Challenges,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8A742-6525-FD52-7B43-D18C06E04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 Reduces latency, saves bandwidth, and enables faster real-time processing.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reliability and security by processing sensitive data closer to the source.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 Limited storage, computing power, and higher deployment and maintenance costs.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concerns: Edge devices can be more vulnerable to cyberattacks if not properly protected. </a:t>
            </a:r>
          </a:p>
          <a:p>
            <a:pPr algn="just"/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 Integration with 5G, AI, and IoT will make edge computing faster, smarter, and more efficient for next-generation applications.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14530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377</Words>
  <Application>Microsoft Office PowerPoint</Application>
  <PresentationFormat>Widescreen</PresentationFormat>
  <Paragraphs>30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</vt:lpstr>
      <vt:lpstr>Edge Computing and Reliable Data Transmission</vt:lpstr>
      <vt:lpstr>Introduction to Edge Computing</vt:lpstr>
      <vt:lpstr>Importance of Reliable Data Transmission</vt:lpstr>
      <vt:lpstr>How Edge Computing Improves Data Transmission</vt:lpstr>
      <vt:lpstr>Applications of Edge Computing in Real-World Systems</vt:lpstr>
      <vt:lpstr>Benefits, Challenges, and Future Scope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AJAY KRITHIC</dc:creator>
  <cp:lastModifiedBy>AJAY KRITHIC</cp:lastModifiedBy>
  <cp:revision>1</cp:revision>
  <dcterms:created xsi:type="dcterms:W3CDTF">2026-07-17T00:58:39Z</dcterms:created>
  <dcterms:modified xsi:type="dcterms:W3CDTF">2026-07-17T01:33:32Z</dcterms:modified>
</cp:coreProperties>
</file>